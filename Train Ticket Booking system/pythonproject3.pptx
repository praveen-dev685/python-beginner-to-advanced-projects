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6858000" cy="9144000"/>
  <p:embeddedFontLst>
    <p:embeddedFont>
      <p:font typeface="Raleway" panose="020B0604020202020204" charset="0"/>
      <p:regular r:id="rId20"/>
      <p:bold r:id="rId21"/>
      <p:italic r:id="rId22"/>
      <p:boldItalic r:id="rId23"/>
    </p:embeddedFont>
    <p:embeddedFont>
      <p:font typeface="Raleway SemiBold" panose="020B0604020202020204" charset="0"/>
      <p:regular r:id="rId24"/>
      <p:bold r:id="rId25"/>
      <p:italic r:id="rId26"/>
      <p:boldItalic r:id="rId27"/>
    </p:embeddedFont>
    <p:embeddedFont>
      <p:font typeface="Lato" panose="020B0604020202020204" charset="0"/>
      <p:regular r:id="rId28"/>
      <p:bold r:id="rId29"/>
      <p:italic r:id="rId30"/>
      <p:boldItalic r:id="rId31"/>
    </p:embeddedFont>
    <p:embeddedFont>
      <p:font typeface="Calibri" panose="020F0502020204030204" pitchFamily="34" charset="0"/>
      <p:regular r:id="rId32"/>
      <p:bold r:id="rId33"/>
      <p:italic r:id="rId34"/>
      <p:boldItalic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-516" y="-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9" Type="http://schemas.openxmlformats.org/officeDocument/2006/relationships/tableStyles" Target="tableStyles.xml"/><Relationship Id="rId21" Type="http://schemas.openxmlformats.org/officeDocument/2006/relationships/font" Target="fonts/font2.fntdata"/><Relationship Id="rId34" Type="http://schemas.openxmlformats.org/officeDocument/2006/relationships/font" Target="fonts/font1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font" Target="fonts/font14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font" Target="fonts/font13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font" Target="fonts/font16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5108176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c6fa3c89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c6fa3c89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c6fa3c898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c6fa3c898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c6fa3c898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c6fa3c898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c6fa3c898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c6fa3c898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89aace1214_0_10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89aace1214_0_10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89aace1214_0_5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89aace1214_0_5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89aace1214_0_10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89aace1214_0_10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89aace1214_0_10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89aace1214_0_10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c6fa3c898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c6fa3c898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89aace1214_0_10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89aace1214_0_10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89aace1214_0_10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89aace1214_0_10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89aace1214_0_1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89aace1214_0_1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89aace1214_0_1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89aace1214_0_11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89aace1214_0_1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89aace1214_0_11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89aace1214_0_1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89aace1214_0_1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89aace1214_0_1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89aace1214_0_1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89aace1214_0_11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89aace1214_0_11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" name="Google Shape;11;p2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2;p2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8" name="Google Shape;18;p3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" name="Google Shape;19;p3"/>
          <p:cNvSpPr txBox="1">
            <a:spLocks noGrp="1"/>
          </p:cNvSpPr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" name="Google Shape;23;p4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4" name="Google Shape;24;p4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" name="Google Shape;25;p4"/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body" idx="1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5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0" name="Google Shape;30;p5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1" name="Google Shape;31;p5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Google Shape;40;p7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lt2"/>
        </a:solid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1" name="Google Shape;51;p9"/>
          <p:cNvSpPr txBox="1">
            <a:spLocks noGrp="1"/>
          </p:cNvSpPr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subTitle" idx="1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0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7" name="Google Shape;57;p10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8" name="Google Shape;58;p10"/>
          <p:cNvSpPr txBox="1">
            <a:spLocks noGrp="1"/>
          </p:cNvSpPr>
          <p:nvPr>
            <p:ph type="body" idx="1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2" name="Google Shape;62;p11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3" name="Google Shape;63;p11"/>
          <p:cNvSpPr txBox="1">
            <a:spLocks noGrp="1"/>
          </p:cNvSpPr>
          <p:nvPr>
            <p:ph type="title" hasCustomPrompt="1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853950" y="2919450"/>
            <a:ext cx="74361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wiss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>
            <a:spLocks noGrp="1"/>
          </p:cNvSpPr>
          <p:nvPr>
            <p:ph type="title"/>
          </p:nvPr>
        </p:nvSpPr>
        <p:spPr>
          <a:xfrm>
            <a:off x="259475" y="1636600"/>
            <a:ext cx="8296800" cy="15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mtClean="0"/>
              <a:t>Train Ticket </a:t>
            </a:r>
            <a:r>
              <a:rPr lang="en"/>
              <a:t>Booking System</a:t>
            </a:r>
            <a:endParaRPr dirty="0"/>
          </a:p>
        </p:txBody>
      </p:sp>
      <p:sp>
        <p:nvSpPr>
          <p:cNvPr id="73" name="Google Shape;73;p13"/>
          <p:cNvSpPr txBox="1"/>
          <p:nvPr/>
        </p:nvSpPr>
        <p:spPr>
          <a:xfrm>
            <a:off x="5417100" y="4035450"/>
            <a:ext cx="3529200" cy="50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By : Praveen Kumar E</a:t>
            </a:r>
            <a:endParaRPr sz="1800" b="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6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4"/>
          <p:cNvSpPr txBox="1">
            <a:spLocks noGrp="1"/>
          </p:cNvSpPr>
          <p:nvPr>
            <p:ph type="title"/>
          </p:nvPr>
        </p:nvSpPr>
        <p:spPr>
          <a:xfrm>
            <a:off x="265500" y="1912650"/>
            <a:ext cx="4045200" cy="131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</a:t>
            </a:r>
            <a:endParaRPr/>
          </a:p>
        </p:txBody>
      </p:sp>
      <p:sp>
        <p:nvSpPr>
          <p:cNvPr id="79" name="Google Shape;79;p14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Raleway SemiBold"/>
              <a:buChar char="●"/>
            </a:pPr>
            <a:r>
              <a:rPr lang="en" sz="1400">
                <a:latin typeface="Raleway SemiBold"/>
                <a:ea typeface="Raleway SemiBold"/>
                <a:cs typeface="Raleway SemiBold"/>
                <a:sym typeface="Raleway SemiBold"/>
              </a:rPr>
              <a:t>This project is a Python-based console application that allows users to book train tickets easily.</a:t>
            </a:r>
            <a:endParaRPr sz="1400">
              <a:latin typeface="Raleway SemiBold"/>
              <a:ea typeface="Raleway SemiBold"/>
              <a:cs typeface="Raleway SemiBold"/>
              <a:sym typeface="Raleway SemiBold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400">
              <a:latin typeface="Raleway SemiBold"/>
              <a:ea typeface="Raleway SemiBold"/>
              <a:cs typeface="Raleway SemiBold"/>
              <a:sym typeface="Raleway SemiBold"/>
            </a:endParaRPr>
          </a:p>
          <a:p>
            <a:pPr marL="457200" lvl="0" indent="-317500" algn="l" rtl="0">
              <a:spcBef>
                <a:spcPts val="1200"/>
              </a:spcBef>
              <a:spcAft>
                <a:spcPts val="0"/>
              </a:spcAft>
              <a:buSzPts val="1400"/>
              <a:buFont typeface="Raleway SemiBold"/>
              <a:buChar char="●"/>
            </a:pPr>
            <a:r>
              <a:rPr lang="en" sz="1400">
                <a:latin typeface="Raleway SemiBold"/>
                <a:ea typeface="Raleway SemiBold"/>
                <a:cs typeface="Raleway SemiBold"/>
                <a:sym typeface="Raleway SemiBold"/>
              </a:rPr>
              <a:t>It displays available trains, routes, and prices, and lets users search and book tickets through a simple menu-driven system.</a:t>
            </a:r>
            <a:endParaRPr sz="2100"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prism isContent="1"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5"/>
          <p:cNvSpPr txBox="1">
            <a:spLocks noGrp="1"/>
          </p:cNvSpPr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250">
        <p:pull/>
      </p:transition>
    </mc:Choice>
    <mc:Fallback xmlns="">
      <p:transition spd="slow">
        <p:pull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 txBox="1"/>
          <p:nvPr/>
        </p:nvSpPr>
        <p:spPr>
          <a:xfrm>
            <a:off x="2612775" y="1067000"/>
            <a:ext cx="6333600" cy="32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Char char="●"/>
            </a:pPr>
            <a:r>
              <a:rPr lang="en" sz="1800"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To simplify the process of train ticket booking using Python.</a:t>
            </a:r>
            <a:br>
              <a:rPr lang="en" sz="1800"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</a:br>
            <a:endParaRPr sz="1800" b="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Char char="●"/>
            </a:pPr>
            <a:r>
              <a:rPr lang="en" sz="1800"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To provide users with an easy interface to view and select trains.</a:t>
            </a:r>
            <a:br>
              <a:rPr lang="en" sz="1800"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</a:br>
            <a:endParaRPr sz="1800" b="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Char char="●"/>
            </a:pPr>
            <a:r>
              <a:rPr lang="en" sz="1800"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To implement data handling using Python lists and dictionaries.</a:t>
            </a:r>
            <a:br>
              <a:rPr lang="en" sz="1800"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</a:br>
            <a:endParaRPr sz="1800" b="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Char char="●"/>
            </a:pPr>
            <a:r>
              <a:rPr lang="en" sz="1800"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To calculate total fare automatically based on selected train and number of tickets.</a:t>
            </a:r>
            <a:endParaRPr sz="1800" b="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 txBox="1">
            <a:spLocks noGrp="1"/>
          </p:cNvSpPr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TECHNOLOGIES USED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glitter pattern="hexago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/>
          <p:nvPr/>
        </p:nvSpPr>
        <p:spPr>
          <a:xfrm>
            <a:off x="2871775" y="1085150"/>
            <a:ext cx="5636100" cy="31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6195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aleway"/>
              <a:buChar char="●"/>
            </a:pPr>
            <a:r>
              <a:rPr lang="en" sz="2100"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Python (Core + OOP + Functions)</a:t>
            </a:r>
            <a:endParaRPr sz="2100" b="1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4572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aleway"/>
              <a:buChar char="●"/>
            </a:pPr>
            <a:r>
              <a:rPr lang="en" sz="2100"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We used inputs handling for collects users data.</a:t>
            </a:r>
            <a:endParaRPr sz="2100" b="1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4572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aleway"/>
              <a:buChar char="●"/>
            </a:pPr>
            <a:r>
              <a:rPr lang="en" sz="2100"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Modules  helps to access multiple files.</a:t>
            </a:r>
            <a:endParaRPr sz="2100" b="1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4572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aleway"/>
              <a:buChar char="●"/>
            </a:pPr>
            <a:r>
              <a:rPr lang="en" sz="2100"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Conditional Statements</a:t>
            </a:r>
            <a:endParaRPr sz="2100" b="1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4572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aleway"/>
              <a:buChar char="●"/>
            </a:pPr>
            <a:r>
              <a:rPr lang="en" sz="2100"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Loops Statements </a:t>
            </a:r>
            <a:endParaRPr sz="2100" b="1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4572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aleway"/>
              <a:buChar char="●"/>
            </a:pPr>
            <a:r>
              <a:rPr lang="en" sz="2100"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Datetime and Re Modules imported</a:t>
            </a:r>
            <a:endParaRPr sz="2100" b="1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>
            <a:spLocks noGrp="1"/>
          </p:cNvSpPr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>
                <a:latin typeface="Calibri"/>
                <a:ea typeface="Calibri"/>
                <a:cs typeface="Calibri"/>
                <a:sym typeface="Calibri"/>
              </a:rPr>
              <a:t>SYSTEM ARCHITECTURE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:wheel spokes="1"/>
      </p:transition>
    </mc:Choice>
    <mc:Fallback xmlns="">
      <p:transition spd="slow">
        <p:wheel spokes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457200" lvl="0" indent="-317500" algn="l" rtl="0">
              <a:spcBef>
                <a:spcPts val="70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" sz="2800" b="1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1483" b="1">
                <a:latin typeface="Calibri"/>
                <a:ea typeface="Calibri"/>
                <a:cs typeface="Calibri"/>
                <a:sym typeface="Calibri"/>
              </a:rPr>
              <a:t>Main Module: Controls the system, connects all modules.</a:t>
            </a:r>
            <a:endParaRPr sz="1483" b="1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22820" algn="l" rtl="0">
              <a:spcBef>
                <a:spcPts val="0"/>
              </a:spcBef>
              <a:spcAft>
                <a:spcPts val="0"/>
              </a:spcAft>
              <a:buSzPts val="1484"/>
              <a:buFont typeface="Calibri"/>
              <a:buChar char="●"/>
            </a:pPr>
            <a:r>
              <a:rPr lang="en" sz="1483" b="1">
                <a:latin typeface="Calibri"/>
                <a:ea typeface="Calibri"/>
                <a:cs typeface="Calibri"/>
                <a:sym typeface="Calibri"/>
              </a:rPr>
              <a:t> Local Train Module: Handles local bookings.</a:t>
            </a:r>
            <a:endParaRPr sz="1483" b="1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22820" algn="l" rtl="0">
              <a:spcBef>
                <a:spcPts val="0"/>
              </a:spcBef>
              <a:spcAft>
                <a:spcPts val="0"/>
              </a:spcAft>
              <a:buSzPts val="1484"/>
              <a:buFont typeface="Calibri"/>
              <a:buChar char="●"/>
            </a:pPr>
            <a:r>
              <a:rPr lang="en" sz="1483" b="1">
                <a:latin typeface="Calibri"/>
                <a:ea typeface="Calibri"/>
                <a:cs typeface="Calibri"/>
                <a:sym typeface="Calibri"/>
              </a:rPr>
              <a:t>Express Train Module: Route-based pricing, multiple conditions.</a:t>
            </a:r>
            <a:endParaRPr sz="1483" b="1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22820" algn="l" rtl="0">
              <a:spcBef>
                <a:spcPts val="0"/>
              </a:spcBef>
              <a:spcAft>
                <a:spcPts val="0"/>
              </a:spcAft>
              <a:buSzPts val="1484"/>
              <a:buFont typeface="Calibri"/>
              <a:buChar char="●"/>
            </a:pPr>
            <a:r>
              <a:rPr lang="en" sz="1483" b="1">
                <a:latin typeface="Calibri"/>
                <a:ea typeface="Calibri"/>
                <a:cs typeface="Calibri"/>
                <a:sym typeface="Calibri"/>
              </a:rPr>
              <a:t>Superfast Express Module: Long-distance booking, AC coach, slot system.</a:t>
            </a:r>
            <a:endParaRPr sz="1483" b="1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22820" algn="l" rtl="0">
              <a:spcBef>
                <a:spcPts val="0"/>
              </a:spcBef>
              <a:spcAft>
                <a:spcPts val="0"/>
              </a:spcAft>
              <a:buSzPts val="1484"/>
              <a:buFont typeface="Calibri"/>
              <a:buChar char="●"/>
            </a:pPr>
            <a:r>
              <a:rPr lang="en" sz="1483" b="1">
                <a:latin typeface="Calibri"/>
                <a:ea typeface="Calibri"/>
                <a:cs typeface="Calibri"/>
                <a:sym typeface="Calibri"/>
              </a:rPr>
              <a:t>Verification Module: Verifies user inputs.</a:t>
            </a:r>
            <a:endParaRPr sz="1483" b="1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22820" algn="l" rtl="0">
              <a:spcBef>
                <a:spcPts val="0"/>
              </a:spcBef>
              <a:spcAft>
                <a:spcPts val="0"/>
              </a:spcAft>
              <a:buSzPts val="1484"/>
              <a:buFont typeface="Calibri"/>
              <a:buChar char="●"/>
            </a:pPr>
            <a:r>
              <a:rPr lang="en" sz="1483" b="1">
                <a:latin typeface="Calibri"/>
                <a:ea typeface="Calibri"/>
                <a:cs typeface="Calibri"/>
                <a:sym typeface="Calibri"/>
              </a:rPr>
              <a:t>Ticket Printing Module: Generates final ticket.</a:t>
            </a:r>
            <a:endParaRPr sz="983" b="1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10" name="Google Shape;110;p20" title="Screenshot 2025-10-08 01155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400" y="0"/>
            <a:ext cx="45036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shred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 txBox="1">
            <a:spLocks noGrp="1"/>
          </p:cNvSpPr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>
                <a:latin typeface="Calibri"/>
                <a:ea typeface="Calibri"/>
                <a:cs typeface="Calibri"/>
                <a:sym typeface="Calibri"/>
              </a:rPr>
              <a:t>WORKFLOW DIAGRAM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/>
          <p:nvPr/>
        </p:nvSpPr>
        <p:spPr>
          <a:xfrm>
            <a:off x="3864475" y="683975"/>
            <a:ext cx="1798848" cy="424062"/>
          </a:xfrm>
          <a:prstGeom prst="flowChartTerminator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Main.py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1" name="Google Shape;121;p22"/>
          <p:cNvSpPr/>
          <p:nvPr/>
        </p:nvSpPr>
        <p:spPr>
          <a:xfrm>
            <a:off x="465100" y="1709950"/>
            <a:ext cx="2010906" cy="424062"/>
          </a:xfrm>
          <a:prstGeom prst="flowChartTerminator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Localtrain.py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2" name="Google Shape;122;p22"/>
          <p:cNvSpPr/>
          <p:nvPr/>
        </p:nvSpPr>
        <p:spPr>
          <a:xfrm>
            <a:off x="3642175" y="1709950"/>
            <a:ext cx="2243430" cy="424062"/>
          </a:xfrm>
          <a:prstGeom prst="flowChartTerminator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Expresstrain.py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3" name="Google Shape;123;p22"/>
          <p:cNvSpPr/>
          <p:nvPr/>
        </p:nvSpPr>
        <p:spPr>
          <a:xfrm>
            <a:off x="6648250" y="1709950"/>
            <a:ext cx="2243430" cy="424062"/>
          </a:xfrm>
          <a:prstGeom prst="flowChartTerminator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Superfastexpress.py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24" name="Google Shape;124;p22"/>
          <p:cNvCxnSpPr/>
          <p:nvPr/>
        </p:nvCxnSpPr>
        <p:spPr>
          <a:xfrm flipH="1">
            <a:off x="1750975" y="971181"/>
            <a:ext cx="2113500" cy="663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5" name="Google Shape;125;p22"/>
          <p:cNvCxnSpPr>
            <a:stCxn id="120" idx="2"/>
            <a:endCxn id="122" idx="0"/>
          </p:cNvCxnSpPr>
          <p:nvPr/>
        </p:nvCxnSpPr>
        <p:spPr>
          <a:xfrm>
            <a:off x="4763899" y="1108037"/>
            <a:ext cx="0" cy="601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6" name="Google Shape;126;p22"/>
          <p:cNvCxnSpPr/>
          <p:nvPr/>
        </p:nvCxnSpPr>
        <p:spPr>
          <a:xfrm>
            <a:off x="5663323" y="896006"/>
            <a:ext cx="1887900" cy="608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7" name="Google Shape;127;p22"/>
          <p:cNvSpPr/>
          <p:nvPr/>
        </p:nvSpPr>
        <p:spPr>
          <a:xfrm>
            <a:off x="6870538" y="2535100"/>
            <a:ext cx="1798848" cy="424062"/>
          </a:xfrm>
          <a:prstGeom prst="flowChartTerminator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spfdata.py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8" name="Google Shape;128;p22"/>
          <p:cNvSpPr/>
          <p:nvPr/>
        </p:nvSpPr>
        <p:spPr>
          <a:xfrm>
            <a:off x="6870538" y="3360250"/>
            <a:ext cx="1798848" cy="424062"/>
          </a:xfrm>
          <a:prstGeom prst="flowChartTerminator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spfprice.py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9" name="Google Shape;129;p22"/>
          <p:cNvSpPr/>
          <p:nvPr/>
        </p:nvSpPr>
        <p:spPr>
          <a:xfrm>
            <a:off x="6870538" y="4148750"/>
            <a:ext cx="1798848" cy="424062"/>
          </a:xfrm>
          <a:prstGeom prst="flowChartTerminator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spfprints.py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30" name="Google Shape;130;p22"/>
          <p:cNvCxnSpPr>
            <a:stCxn id="123" idx="2"/>
            <a:endCxn id="127" idx="0"/>
          </p:cNvCxnSpPr>
          <p:nvPr/>
        </p:nvCxnSpPr>
        <p:spPr>
          <a:xfrm>
            <a:off x="7769965" y="2134012"/>
            <a:ext cx="0" cy="401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1" name="Google Shape;131;p22"/>
          <p:cNvCxnSpPr>
            <a:stCxn id="127" idx="2"/>
            <a:endCxn id="128" idx="0"/>
          </p:cNvCxnSpPr>
          <p:nvPr/>
        </p:nvCxnSpPr>
        <p:spPr>
          <a:xfrm>
            <a:off x="7769962" y="2959162"/>
            <a:ext cx="0" cy="401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2" name="Google Shape;132;p22"/>
          <p:cNvCxnSpPr>
            <a:stCxn id="128" idx="2"/>
            <a:endCxn id="129" idx="0"/>
          </p:cNvCxnSpPr>
          <p:nvPr/>
        </p:nvCxnSpPr>
        <p:spPr>
          <a:xfrm>
            <a:off x="7769962" y="3784312"/>
            <a:ext cx="0" cy="364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3" name="Google Shape;133;p22"/>
          <p:cNvSpPr/>
          <p:nvPr/>
        </p:nvSpPr>
        <p:spPr>
          <a:xfrm>
            <a:off x="328300" y="617525"/>
            <a:ext cx="1568214" cy="424062"/>
          </a:xfrm>
          <a:prstGeom prst="flowChartTerminator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User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34" name="Google Shape;134;p22"/>
          <p:cNvCxnSpPr/>
          <p:nvPr/>
        </p:nvCxnSpPr>
        <p:spPr>
          <a:xfrm rot="10800000" flipH="1">
            <a:off x="1896514" y="793256"/>
            <a:ext cx="1783200" cy="36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5" name="Google Shape;135;p22"/>
          <p:cNvSpPr/>
          <p:nvPr/>
        </p:nvSpPr>
        <p:spPr>
          <a:xfrm>
            <a:off x="2216075" y="3433550"/>
            <a:ext cx="2113500" cy="11391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Tickets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36" name="Google Shape;136;p22"/>
          <p:cNvCxnSpPr>
            <a:stCxn id="129" idx="1"/>
          </p:cNvCxnSpPr>
          <p:nvPr/>
        </p:nvCxnSpPr>
        <p:spPr>
          <a:xfrm rot="10800000">
            <a:off x="4541638" y="4322681"/>
            <a:ext cx="2328900" cy="38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7" name="Google Shape;137;p22"/>
          <p:cNvCxnSpPr/>
          <p:nvPr/>
        </p:nvCxnSpPr>
        <p:spPr>
          <a:xfrm>
            <a:off x="861800" y="2175050"/>
            <a:ext cx="27300" cy="162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8" name="Google Shape;138;p22"/>
          <p:cNvCxnSpPr/>
          <p:nvPr/>
        </p:nvCxnSpPr>
        <p:spPr>
          <a:xfrm>
            <a:off x="943875" y="3802900"/>
            <a:ext cx="9714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9" name="Google Shape;139;p22"/>
          <p:cNvCxnSpPr/>
          <p:nvPr/>
        </p:nvCxnSpPr>
        <p:spPr>
          <a:xfrm flipH="1">
            <a:off x="3775650" y="2216075"/>
            <a:ext cx="601800" cy="943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3"/>
          <p:cNvSpPr txBox="1">
            <a:spLocks noGrp="1"/>
          </p:cNvSpPr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>
                <a:latin typeface="Calibri"/>
                <a:ea typeface="Calibri"/>
                <a:cs typeface="Calibri"/>
                <a:sym typeface="Calibri"/>
              </a:rPr>
              <a:t>FEATURES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500">
        <p14:glitter pattern="hexago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4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457200" lvl="0" indent="-349250" algn="l" rtl="0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SzPts val="1900"/>
              <a:buFont typeface="Calibri"/>
              <a:buChar char="●"/>
            </a:pPr>
            <a:r>
              <a:rPr lang="en" sz="1900" b="1">
                <a:latin typeface="Calibri"/>
                <a:ea typeface="Calibri"/>
                <a:cs typeface="Calibri"/>
                <a:sym typeface="Calibri"/>
              </a:rPr>
              <a:t>Modular design with 5 connected files.</a:t>
            </a:r>
            <a:endParaRPr sz="1900" b="1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925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900"/>
              <a:buFont typeface="Calibri"/>
              <a:buChar char="●"/>
            </a:pPr>
            <a:r>
              <a:rPr lang="en" sz="1900" b="1">
                <a:latin typeface="Calibri"/>
                <a:ea typeface="Calibri"/>
                <a:cs typeface="Calibri"/>
                <a:sym typeface="Calibri"/>
              </a:rPr>
              <a:t>Realistic train routes and price calculation.</a:t>
            </a:r>
            <a:endParaRPr sz="1900" b="1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925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900"/>
              <a:buFont typeface="Calibri"/>
              <a:buChar char="●"/>
            </a:pPr>
            <a:r>
              <a:rPr lang="en" sz="1900" b="1">
                <a:latin typeface="Calibri"/>
                <a:ea typeface="Calibri"/>
                <a:cs typeface="Calibri"/>
                <a:sym typeface="Calibri"/>
              </a:rPr>
              <a:t>Condition-based booking logic.</a:t>
            </a:r>
            <a:endParaRPr sz="1900" b="1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925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900"/>
              <a:buFont typeface="Calibri"/>
              <a:buChar char="●"/>
            </a:pPr>
            <a:r>
              <a:rPr lang="en" sz="1900" b="1">
                <a:latin typeface="Calibri"/>
                <a:ea typeface="Calibri"/>
                <a:cs typeface="Calibri"/>
                <a:sym typeface="Calibri"/>
              </a:rPr>
              <a:t>User verification and ticket generation.</a:t>
            </a:r>
            <a:endParaRPr sz="1900" b="1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925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900"/>
              <a:buFont typeface="Calibri"/>
              <a:buChar char="●"/>
            </a:pPr>
            <a:r>
              <a:rPr lang="en" sz="1900" b="1">
                <a:latin typeface="Calibri"/>
                <a:ea typeface="Calibri"/>
                <a:cs typeface="Calibri"/>
                <a:sym typeface="Calibri"/>
              </a:rPr>
              <a:t>OOPs and functions used for clean code structure.</a:t>
            </a:r>
            <a:endParaRPr sz="1600" b="1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0" name="Google Shape;150;p24" title="Screenshot 2025-10-08 01061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4572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shred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5"/>
          <p:cNvSpPr txBox="1">
            <a:spLocks noGrp="1"/>
          </p:cNvSpPr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>
                <a:latin typeface="Calibri"/>
                <a:ea typeface="Calibri"/>
                <a:cs typeface="Calibri"/>
                <a:sym typeface="Calibri"/>
              </a:rPr>
              <a:t>OUTPUT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prism isContent="1"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6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457200" lvl="0" indent="-368300" algn="l" rtl="0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SzPts val="2200"/>
              <a:buFont typeface="Calibri"/>
              <a:buChar char="●"/>
            </a:pPr>
            <a:r>
              <a:rPr lang="en" sz="2200" b="1">
                <a:latin typeface="Calibri"/>
                <a:ea typeface="Calibri"/>
                <a:cs typeface="Calibri"/>
                <a:sym typeface="Calibri"/>
              </a:rPr>
              <a:t>Final ticket displays user details and price.</a:t>
            </a:r>
            <a:endParaRPr sz="2200" b="1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83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Font typeface="Calibri"/>
              <a:buChar char="●"/>
            </a:pPr>
            <a:r>
              <a:rPr lang="en" sz="2200" b="1">
                <a:latin typeface="Calibri"/>
                <a:ea typeface="Calibri"/>
                <a:cs typeface="Calibri"/>
                <a:sym typeface="Calibri"/>
              </a:rPr>
              <a:t>Confirmation message after successful booking.</a:t>
            </a:r>
            <a:endParaRPr sz="2200" b="1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85000"/>
              </a:lnSpc>
              <a:spcBef>
                <a:spcPts val="800"/>
              </a:spcBef>
              <a:spcAft>
                <a:spcPts val="0"/>
              </a:spcAft>
              <a:buNone/>
            </a:pPr>
            <a:endParaRPr sz="900" b="1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1" name="Google Shape;161;p26" title="Screenshot 2025-10-08 01333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4572001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7"/>
          <p:cNvSpPr txBox="1">
            <a:spLocks noGrp="1"/>
          </p:cNvSpPr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8"/>
          <p:cNvSpPr txBox="1"/>
          <p:nvPr/>
        </p:nvSpPr>
        <p:spPr>
          <a:xfrm>
            <a:off x="2653825" y="2421275"/>
            <a:ext cx="5731800" cy="191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Char char="●"/>
            </a:pPr>
            <a:r>
              <a:rPr lang="en" sz="20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Demonstrates real-world train booking logic.</a:t>
            </a:r>
            <a:endParaRPr sz="20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Char char="●"/>
            </a:pPr>
            <a:r>
              <a:rPr lang="en" sz="20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Showcases modular programming, OOPs, and condition-based logic.</a:t>
            </a:r>
            <a:endParaRPr sz="20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Char char="●"/>
            </a:pPr>
            <a:r>
              <a:rPr lang="en" sz="20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Simplifies train booking efficiently.</a:t>
            </a:r>
            <a:endParaRPr sz="20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9"/>
          <p:cNvSpPr txBox="1">
            <a:spLocks noGrp="1"/>
          </p:cNvSpPr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241</Words>
  <Application>Microsoft Office PowerPoint</Application>
  <PresentationFormat>On-screen Show (16:9)</PresentationFormat>
  <Paragraphs>49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Raleway</vt:lpstr>
      <vt:lpstr>Raleway SemiBold</vt:lpstr>
      <vt:lpstr>Lato</vt:lpstr>
      <vt:lpstr>Calibri</vt:lpstr>
      <vt:lpstr>Swiss</vt:lpstr>
      <vt:lpstr>Train Ticket Booking System</vt:lpstr>
      <vt:lpstr>Overview</vt:lpstr>
      <vt:lpstr>OBJECTIVES</vt:lpstr>
      <vt:lpstr>PowerPoint Presentation</vt:lpstr>
      <vt:lpstr>TECHNOLOGIES USED</vt:lpstr>
      <vt:lpstr>PowerPoint Presentation</vt:lpstr>
      <vt:lpstr>SYSTEM ARCHITECTURE</vt:lpstr>
      <vt:lpstr>PowerPoint Presentation</vt:lpstr>
      <vt:lpstr>WORKFLOW DIAGRAM</vt:lpstr>
      <vt:lpstr>PowerPoint Presentation</vt:lpstr>
      <vt:lpstr>FEATURES</vt:lpstr>
      <vt:lpstr>PowerPoint Presentation</vt:lpstr>
      <vt:lpstr>OUTPUT</vt:lpstr>
      <vt:lpstr>PowerPoint Presentation</vt:lpstr>
      <vt:lpstr>CONCLUSION</vt:lpstr>
      <vt:lpstr>PowerPoint Presentation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Train Booking System</dc:title>
  <dc:creator>SANDHIYA</dc:creator>
  <cp:lastModifiedBy>SANDHIYA</cp:lastModifiedBy>
  <cp:revision>3</cp:revision>
  <dcterms:modified xsi:type="dcterms:W3CDTF">2025-10-09T06:43:46Z</dcterms:modified>
</cp:coreProperties>
</file>